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ETSYPULSE  ·  AUTONOMOUS MARKET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signals,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market noise.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2514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F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shop once. Agents monitor.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FE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actionable briefs land.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EtsyPulse: Autonomous Market Intelligence for Etsy Sellers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B4572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Bright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78361E"/>
          </a:solidFill>
          <a:ln/>
        </p:spPr>
      </p:sp>
      <p:sp>
        <p:nvSpPr>
          <p:cNvPr id="11" name="Text 9"/>
          <p:cNvSpPr/>
          <p:nvPr/>
        </p:nvSpPr>
        <p:spPr>
          <a:xfrm>
            <a:off x="1892808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Agents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74136" y="420624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78361E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4206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411480"/>
            <a:ext cx="3566160" cy="4343400"/>
          </a:xfrm>
          <a:prstGeom prst="roundRect">
            <a:avLst>
              <a:gd name="adj" fmla="val 3846"/>
            </a:avLst>
          </a:prstGeom>
          <a:solidFill>
            <a:srgbClr val="2A1A10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04688" y="640080"/>
            <a:ext cx="658368" cy="246888"/>
          </a:xfrm>
          <a:prstGeom prst="roundRect">
            <a:avLst>
              <a:gd name="adj" fmla="val 18519"/>
            </a:avLst>
          </a:prstGeom>
          <a:solidFill>
            <a:srgbClr val="2A4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504688" y="6400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6208" y="640080"/>
            <a:ext cx="1005840" cy="246888"/>
          </a:xfrm>
          <a:prstGeom prst="roundRect">
            <a:avLst>
              <a:gd name="adj" fmla="val 18519"/>
            </a:avLst>
          </a:prstGeom>
          <a:solidFill>
            <a:srgbClr val="3A2A10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6400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 82%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04688" y="1005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gift positioning 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'personalized necklace'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act this week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19842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2048256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048256"/>
            <a:ext cx="1488643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236829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01968" y="2432304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2432304"/>
            <a:ext cx="1251814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3682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04688" y="27523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01968" y="2816352"/>
            <a:ext cx="1691640" cy="91440"/>
          </a:xfrm>
          <a:prstGeom prst="rect">
            <a:avLst/>
          </a:prstGeom>
          <a:solidFill>
            <a:srgbClr val="3A2A18"/>
          </a:solidFill>
          <a:ln w="12700">
            <a:solidFill>
              <a:srgbClr val="3A2A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2816352"/>
            <a:ext cx="1420978" cy="9144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7523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246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0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4688" y="3502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 listing titles with gift-occasion keywords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04688" y="3749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Refresh hero photos with gift-ready styling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04688" y="3995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a curated gift bundle collection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04688" y="4361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brief  →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 sellers are swimming in signals, drowning in tabs.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2336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repricing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competitors change prices and listings daily.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 too late.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55264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intent shifts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01568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keywords evolve with trends.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SERP checks don't scale.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01568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08192" y="1499616"/>
            <a:ext cx="2606040" cy="2468880"/>
          </a:xfrm>
          <a:prstGeom prst="rect">
            <a:avLst/>
          </a:prstGeom>
          <a:solidFill>
            <a:srgbClr val="D4B8A0">
              <a:alpha val="50000"/>
            </a:srgbClr>
          </a:solidFill>
          <a:ln w="12700">
            <a:solidFill>
              <a:srgbClr val="D4B8A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417320"/>
            <a:ext cx="2606040" cy="246888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417320"/>
            <a:ext cx="54864" cy="246888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691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trend spikes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54496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Reddit, Instagram drive Etsy demand.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sellers miss the window.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3383280"/>
            <a:ext cx="329184" cy="329184"/>
          </a:xfrm>
          <a:prstGeom prst="ellipse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5.6M active Etsy sellers. Zero of them have an always-on market analyst.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shop URL. Seven agents. Only actionable briefs.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8346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URL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78361E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0136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Profile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136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4495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78361E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· Competitor · Social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0799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5B3B27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7103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6F8663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048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048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34072" y="1773936"/>
            <a:ext cx="128016" cy="0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1389888"/>
            <a:ext cx="1261872" cy="804672"/>
          </a:xfrm>
          <a:prstGeom prst="roundRect">
            <a:avLst>
              <a:gd name="adj" fmla="val 9091"/>
            </a:avLst>
          </a:prstGeom>
          <a:solidFill>
            <a:srgbClr val="6F8663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53528" y="1481328"/>
            <a:ext cx="1152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Brief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53528" y="1956816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2A1A08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87168"/>
            <a:ext cx="54864" cy="694944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542032"/>
            <a:ext cx="7863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Agent filters 100% of signals. Only those that cross the actionability threshold reach the seller.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340156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538728"/>
            <a:ext cx="347472" cy="347472"/>
          </a:xfrm>
          <a:prstGeom prst="ellipse">
            <a:avLst/>
          </a:prstGeom>
          <a:solidFill>
            <a:srgbClr val="6F866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7EA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78992" y="34564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needed for demo — DEMO_MODE=true out of the box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3401568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538728"/>
            <a:ext cx="347472" cy="347472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7EA"/>
                </a:solidFill>
              </a:rPr>
              <a:t>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22392" y="345643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Bright Data path available — Web Unlocker + all tool abstractions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React/Vite → FastAPI → Scheduler → Agent Pipeline → Bright Data + LLM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8361E">
              <a:alpha val="18000"/>
            </a:srgbClr>
          </a:solidFill>
          <a:ln w="12700">
            <a:solidFill>
              <a:srgbClr val="78361E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web data powers every signal.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web_data_etsy_products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16752" y="1353312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4768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scrape_as_markdown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scrape_batch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6752" y="1847088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web_data_tiktok_posts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web_data_reddit_posts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web_data_instagram_reels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16752" y="2340864"/>
            <a:ext cx="2633472" cy="347472"/>
          </a:xfrm>
          <a:prstGeom prst="roundRect">
            <a:avLst>
              <a:gd name="adj" fmla="val 18421"/>
            </a:avLst>
          </a:prstGeom>
          <a:solidFill>
            <a:srgbClr val="2A1A08"/>
          </a:solidFill>
          <a:ln w="19050">
            <a:solidFill>
              <a:srgbClr val="7836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2386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web_data_google_shopping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29260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201410"/>
          </a:solidFill>
          <a:ln w="25400">
            <a:solidFill>
              <a:srgbClr val="6F8663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26080"/>
            <a:ext cx="54864" cy="111556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8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" y="33101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cached fixtures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credentials required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run is reproducible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08576" y="2926080"/>
            <a:ext cx="3931920" cy="1115568"/>
          </a:xfrm>
          <a:prstGeom prst="roundRect">
            <a:avLst>
              <a:gd name="adj" fmla="val 8197"/>
            </a:avLst>
          </a:prstGeom>
          <a:solidFill>
            <a:srgbClr val="201410"/>
          </a:solidFill>
          <a:ln w="25400">
            <a:solidFill>
              <a:srgbClr val="B4572D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08576" y="2926080"/>
            <a:ext cx="54864" cy="111556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9744" y="33101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Web Unlocker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markdown scraping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product adapters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315968"/>
            <a:ext cx="9144000" cy="36576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panel shows every call: tool name · latency · cache/live mode · redacted request shape · response summary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361E"/>
          </a:solidFill>
          <a:ln w="12700">
            <a:solidFill>
              <a:srgbClr val="7836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783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typed agents. One actionable brief.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217920" y="438912"/>
            <a:ext cx="2651760" cy="694944"/>
          </a:xfrm>
          <a:prstGeom prst="roundRect">
            <a:avLst>
              <a:gd name="adj" fmla="val 10526"/>
            </a:avLst>
          </a:prstGeom>
          <a:solidFill>
            <a:srgbClr val="2A1A08"/>
          </a:solidFill>
          <a:ln/>
        </p:spPr>
      </p:sp>
      <p:sp>
        <p:nvSpPr>
          <p:cNvPr id="6" name="Text 4"/>
          <p:cNvSpPr/>
          <p:nvPr/>
        </p:nvSpPr>
        <p:spPr>
          <a:xfrm>
            <a:off x="6263640" y="47548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NIM  ·  OpenRouter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OpenClaw (optional)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43584"/>
            <a:ext cx="45720" cy="45720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353312"/>
            <a:ext cx="246888" cy="246888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35331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Bootstrap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472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listings, seed keywords, and competitors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33502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353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etsy_products · scrape_markdown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61872" y="1700784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1737360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1737360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847088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18470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SERP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search intent and SERP position changes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8470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search_engine · discover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61872" y="2194560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231136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2231136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2340864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3408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Watch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2459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pricing, listings, and positioning shifts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322576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23408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etsy_products · scrape_batch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261872" y="2688336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724912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2724912"/>
            <a:ext cx="45720" cy="45720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2834640"/>
            <a:ext cx="246888" cy="246888"/>
          </a:xfrm>
          <a:prstGeom prst="ellipse">
            <a:avLst/>
          </a:prstGeom>
          <a:solidFill>
            <a:srgbClr val="D59A38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2834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" y="2761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Scout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1248" y="2953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TikTok, Reddit, Instagram, Google Shopping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2816352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1A08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8346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9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 · reddit · instagram · shopping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261872" y="3182112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218688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" y="3218688"/>
            <a:ext cx="45720" cy="457200"/>
          </a:xfrm>
          <a:prstGeom prst="rect">
            <a:avLst/>
          </a:prstGeom>
          <a:solidFill>
            <a:srgbClr val="5B3B27"/>
          </a:solidFill>
          <a:ln w="12700">
            <a:solidFill>
              <a:srgbClr val="5B3B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3328416"/>
            <a:ext cx="246888" cy="246888"/>
          </a:xfrm>
          <a:prstGeom prst="ellipse">
            <a:avLst/>
          </a:prstGeom>
          <a:solidFill>
            <a:srgbClr val="5B3B27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" y="33284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" y="3447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and deduplicates signals into market events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261872" y="3675888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7472" y="3712464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47472" y="3712464"/>
            <a:ext cx="45720" cy="457200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" y="3822192"/>
            <a:ext cx="246888" cy="246888"/>
          </a:xfrm>
          <a:prstGeom prst="ellipse">
            <a:avLst/>
          </a:prstGeom>
          <a:solidFill>
            <a:srgbClr val="6F8663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" y="382219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41248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actionability · urgency · confidence · novelty · impact · evidence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3803904"/>
            <a:ext cx="2057400" cy="256032"/>
          </a:xfrm>
          <a:prstGeom prst="roundRect">
            <a:avLst>
              <a:gd name="adj" fmla="val 17857"/>
            </a:avLst>
          </a:prstGeom>
          <a:solidFill>
            <a:srgbClr val="2A4030"/>
          </a:solidFill>
          <a:ln/>
        </p:spPr>
      </p:sp>
      <p:sp>
        <p:nvSpPr>
          <p:cNvPr id="57" name="Text 55"/>
          <p:cNvSpPr/>
          <p:nvPr/>
        </p:nvSpPr>
        <p:spPr>
          <a:xfrm>
            <a:off x="4617720" y="38221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86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 → OpenRouter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261872" y="4169664"/>
            <a:ext cx="0" cy="36576"/>
          </a:xfrm>
          <a:prstGeom prst="line">
            <a:avLst/>
          </a:prstGeom>
          <a:noFill/>
          <a:ln w="31750">
            <a:solidFill>
              <a:srgbClr val="B4572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4206240"/>
            <a:ext cx="6400800" cy="457200"/>
          </a:xfrm>
          <a:prstGeom prst="rect">
            <a:avLst/>
          </a:prstGeom>
          <a:solidFill>
            <a:srgbClr val="21160F"/>
          </a:solidFill>
          <a:ln w="12700">
            <a:solidFill>
              <a:srgbClr val="21160F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47472" y="4206240"/>
            <a:ext cx="45720" cy="457200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" y="4315968"/>
            <a:ext cx="246888" cy="246888"/>
          </a:xfrm>
          <a:prstGeom prst="ellipse">
            <a:avLst/>
          </a:prstGeom>
          <a:solidFill>
            <a:srgbClr val="B4572D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" y="4315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41248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Delivery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41248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seller-ready action with evidence and why-now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2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dashboard that tells the story in 30 seconds.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14800" cy="2560320"/>
          </a:xfrm>
          <a:prstGeom prst="rect">
            <a:avLst/>
          </a:prstGeom>
          <a:solidFill>
            <a:srgbClr val="FFF7EA"/>
          </a:solidFill>
          <a:ln w="12700">
            <a:solidFill>
              <a:srgbClr val="D4B8A0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pic>
        <p:nvPicPr>
          <p:cNvPr id="6" name="Image 0" descr="/mnt/d/2026/HackathonProjects/BrightData/ChatGPT-ContextFiles/etsypulse-simple-claude/docs/submission/screenshots/02-shop-bootstr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41148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URL. Instant shop intelligence profile.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profile · 7-agent metric strip · Workflow ribbon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28032" y="1261872"/>
            <a:ext cx="4114800" cy="2560320"/>
          </a:xfrm>
          <a:prstGeom prst="rect">
            <a:avLst/>
          </a:prstGeom>
          <a:solidFill>
            <a:srgbClr val="FFF7EA"/>
          </a:solidFill>
          <a:ln w="12700">
            <a:solidFill>
              <a:srgbClr val="D4B8A0"/>
            </a:solidFill>
            <a:prstDash val="solid"/>
          </a:ln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pic>
        <p:nvPicPr>
          <p:cNvPr id="10" name="Image 1" descr="/mnt/d/2026/HackathonProjects/BrightData/ChatGPT-ContextFiles/etsypulse-simple-claude/docs/submission/screenshots/05-judge-brie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8032" y="1261872"/>
            <a:ext cx="411480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28032" y="3931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actionable signals become briefs.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28032" y="42793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scores · Recommended actions · Evidence · Why-now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1160F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773168"/>
            <a:ext cx="8229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at etsypulse.vercel.app  ·  DEMO_MODE=true  ·  No credentials required  ·  48 tests passing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5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116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$1.28B addressable market with proven willingness to pay.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4023360" cy="1234440"/>
          </a:xfrm>
          <a:prstGeom prst="rect">
            <a:avLst/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4023360" cy="4572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59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Etsy marketplace sellers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134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December 31, 2025 (Etsy 10-K)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023360" cy="1234440"/>
          </a:xfrm>
          <a:prstGeom prst="rect">
            <a:avLst/>
          </a:prstGeom>
          <a:solidFill>
            <a:srgbClr val="21160F"/>
          </a:solidFill>
          <a:ln/>
          <a:effectLst>
            <a:outerShdw sx="100000" sy="100000" kx="0" ky="0" algn="bl" rotWithShape="0" blurRad="152400" dist="50800" dir="8100000">
              <a:srgbClr val="21160F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98448"/>
            <a:ext cx="4023360" cy="45720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3716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59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$876M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956048" y="2029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services revenue 2025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23134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already pay for growth tools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697480"/>
            <a:ext cx="4023360" cy="1261872"/>
          </a:xfrm>
          <a:prstGeom prst="roundRect">
            <a:avLst>
              <a:gd name="adj" fmla="val 5797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97480"/>
            <a:ext cx="54864" cy="1261872"/>
          </a:xfrm>
          <a:prstGeom prst="rect">
            <a:avLst/>
          </a:prstGeom>
          <a:solidFill>
            <a:srgbClr val="B4572D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→  $1.28B ARR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" y="3063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5.6M sellers × $19/month subscription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346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→  $191M–$319M ARR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630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of sellers already paying for growth tools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4206240" cy="1261872"/>
          </a:xfrm>
          <a:prstGeom prst="roundRect">
            <a:avLst>
              <a:gd name="adj" fmla="val 5797"/>
            </a:avLst>
          </a:prstGeom>
          <a:solidFill>
            <a:srgbClr val="FEF6EC"/>
          </a:solidFill>
          <a:ln w="19050">
            <a:solidFill>
              <a:srgbClr val="D4B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697480"/>
            <a:ext cx="54864" cy="1261872"/>
          </a:xfrm>
          <a:prstGeom prst="rect">
            <a:avLst/>
          </a:prstGeom>
          <a:solidFill>
            <a:srgbClr val="6F866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761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Seller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$19–29/mo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50608" y="27614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shop, daily monitoring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Seller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$49–99/mo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31455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Multi-shop, live mode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35295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35295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$199+/mo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50608" y="3529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shops, white-label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224528"/>
            <a:ext cx="9144000" cy="36576"/>
          </a:xfrm>
          <a:prstGeom prst="rect">
            <a:avLst/>
          </a:prstGeom>
          <a:solidFill>
            <a:srgbClr val="78361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783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eRank, Marmalead, EverBee give dashboards.  EtsyPulse gives decisions.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Etsy Inc. Fourth Quarter and Full Year 2025 Results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1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hackathon. Designed for production.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6F8663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8470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Vercel + Render deployment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3042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demo pipeline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7614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Web Unlocker live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186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with NVIDIA NIM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75888"/>
            <a:ext cx="36576" cy="384048"/>
          </a:xfrm>
          <a:prstGeom prst="rect">
            <a:avLst/>
          </a:prstGeom>
          <a:solidFill>
            <a:srgbClr val="6F8663"/>
          </a:solidFill>
          <a:ln w="12700">
            <a:solidFill>
              <a:srgbClr val="6F86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backend tests passing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D59A3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8470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BD adapters for all tools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3042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/ OpenClaw notifications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7614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demo test suite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32186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brief feedback loop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675888"/>
            <a:ext cx="36576" cy="384048"/>
          </a:xfrm>
          <a:prstGeom prst="rect">
            <a:avLst/>
          </a:prstGeom>
          <a:solidFill>
            <a:srgbClr val="D59A38"/>
          </a:solidFill>
          <a:ln w="12700">
            <a:solidFill>
              <a:srgbClr val="D59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&amp; seasonal opportunity packs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53328" y="1316736"/>
            <a:ext cx="2651760" cy="402336"/>
          </a:xfrm>
          <a:prstGeom prst="roundRect">
            <a:avLst>
              <a:gd name="adj" fmla="val 18182"/>
            </a:avLst>
          </a:prstGeom>
          <a:solidFill>
            <a:srgbClr val="B4572D"/>
          </a:solidFill>
          <a:ln/>
        </p:spPr>
      </p:sp>
      <p:sp>
        <p:nvSpPr>
          <p:cNvPr id="40" name="Text 38"/>
          <p:cNvSpPr/>
          <p:nvPr/>
        </p:nvSpPr>
        <p:spPr>
          <a:xfrm>
            <a:off x="6053328" y="13167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1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53328" y="18470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18470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8836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Shopify, Amazon, Faire, Depop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53328" y="23042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53328" y="23042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23408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Multi-shop agency dashboard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53328" y="27614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53328" y="27614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27980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+ experiment tracking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53328" y="32186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53328" y="32186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255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agentToAgent coordination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53328" y="3675888"/>
            <a:ext cx="2651760" cy="384048"/>
          </a:xfrm>
          <a:prstGeom prst="rect">
            <a:avLst/>
          </a:prstGeom>
          <a:solidFill>
            <a:srgbClr val="2A1A08"/>
          </a:solidFill>
          <a:ln w="12700">
            <a:solidFill>
              <a:srgbClr val="38260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53328" y="3675888"/>
            <a:ext cx="36576" cy="384048"/>
          </a:xfrm>
          <a:prstGeom prst="rect">
            <a:avLst/>
          </a:prstGeom>
          <a:solidFill>
            <a:srgbClr val="B4572D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712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launch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47472" y="4315968"/>
            <a:ext cx="8449056" cy="438912"/>
          </a:xfrm>
          <a:prstGeom prst="roundRect">
            <a:avLst>
              <a:gd name="adj" fmla="val 16667"/>
            </a:avLst>
          </a:prstGeom>
          <a:solidFill>
            <a:srgbClr val="2A1A08"/>
          </a:solidFill>
          <a:ln w="12700">
            <a:solidFill>
              <a:srgbClr val="B457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7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EtsyPulse is the market intelligence layer small ecommerce sellers have always needed.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ZachDolph/etsypulse  ·  Demo: etsypulse.vercel.app  ·  Powered by Bright Data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EtsyPulse — Autonomous Market Intelligence for Etsy Sellers</dc:title>
  <dc:subject>PptxGenJS Presentation</dc:subject>
  <dc:creator>EtsyPulse</dc:creator>
  <cp:lastModifiedBy>EtsyPulse</cp:lastModifiedBy>
  <cp:revision>1</cp:revision>
  <dcterms:created xsi:type="dcterms:W3CDTF">2026-05-30T07:14:00Z</dcterms:created>
  <dcterms:modified xsi:type="dcterms:W3CDTF">2026-05-30T07:14:00Z</dcterms:modified>
</cp:coreProperties>
</file>